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EC6C9-62C1-CB44-8F7B-549E7B232039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0A4D0-4DB9-FC4C-A34C-FFF2E321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38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0A4D0-4DB9-FC4C-A34C-FFF2E321DE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0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0A4D0-4DB9-FC4C-A34C-FFF2E321DE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55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CC26-9B02-6044-679A-CE185402D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11703-F16C-2404-D929-F5AEAE580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80DAD-A897-DCEA-BA42-7E39672D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58FDA-DE00-0C61-0D32-5B8BC173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95624-7AA3-7BB4-82C4-13F1470B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6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32B8-7D50-7353-CAA0-0169EFD2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7C9B-8B0D-4735-123D-5687D90AB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C0339-0863-3873-54F2-3F072494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1DD85-5EB7-AAA8-46CD-D36D1239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E9758-BE81-9C29-5074-E528D8A9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0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AE01-A138-FB4C-94A6-88CC433C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559EA-BFAB-380D-D842-8C33A7BD5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C5A14-150E-E473-D904-D3D60535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F69A4-634C-7E0F-9F9F-BFF7E254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2CFE-1583-4FC5-2595-44005140D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95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910B-2C84-D173-FFEF-DBCF7FB5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5720-EBA5-71BA-2E23-8E89B4B5C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AB499-7998-9C1C-8DB8-C8B4E4DA1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9AF86-3B08-9A00-F37D-D68A178F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1343B-8533-38B9-EFF2-AC9DC6AE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8F6ED-1BA5-AD2A-736D-100BB7EC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0661-ECE9-2607-1A8B-EF89EDF6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D4A73-18B3-BA23-7B1F-84085BE4E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F69BC-4093-4D11-898C-3CD56DAB4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7D5EDF-C070-046C-4441-45E0F7382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3EB8B-D06B-8912-D3A7-9153AF9F3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3E96E-FD1A-D415-0632-04FEF4CC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97FF7-DA9C-810B-8CB6-EAD94E17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89E77-5E68-B2BB-788E-5A1E3B9C9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2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7C61-D02E-D9BF-DA38-60F1FE3E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E1FDB-7172-0163-F8C4-FC722218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F8B7C-8E67-281E-D67B-9B20E50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66BC7-AEDF-7EAE-FFA6-F1ACED3A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3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FF9AE-24AE-6E6B-636C-AC0E0E478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77514-8D70-F2EC-5AA3-214A8340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38BD5-DD37-5EBA-4543-253814B2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7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53DF-B5EF-96F1-90E0-938CC11D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7213-69EA-93D3-2380-DDFA7F1C3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8753E-4F1A-1ACC-8D19-135616099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20BEA-97F0-F386-B790-39F3852D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4AE0-02BB-746A-0EBC-46A5F6ED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0B6E0-DD06-9111-6C7E-769600A6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8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5545-D815-333E-1958-5F0DD8DD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E2D07-F422-F848-833F-E1EE23803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1D1B4-9392-6C30-7F60-EFDC1642B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114F8-840E-56B5-4682-01D0515A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8556D-19C7-D761-6E73-4C05E008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DFA68-BA61-089E-9427-DBF1BBF6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3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3ADC-2C4C-0E44-63F1-6F531EAD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C7908-C5BC-13B0-8830-F43305FAB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670F5-B780-AAA3-7586-A98DC9E4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4C09-6311-B931-42C0-A5FFED0B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24C89-7A82-4CBD-7272-69443E1B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7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08244-1A21-1151-96E6-A38EE0730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ADCDC-55DF-2FD0-6E07-E310950F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4A874-0A3A-39E4-1225-F0529F0E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2E72-D6E1-0519-D25E-8764EDFF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14248-DFAE-0F7F-FE42-36946F44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07608-70F0-B198-2756-B4201C74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F9D01-DEDC-4DD2-502E-F9F208099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2C5F-24FC-91F6-1F98-4943C58BF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82274-6560-8C44-9577-907FBACBFAD8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1D3CD-26F5-B338-5958-6F6EAA21A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44957-202E-2CDB-8B8C-654F2BEF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BF821-1FFD-5045-A84F-F50B65DE9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8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cyclingstat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6DD69-DBAD-BEAB-17A0-0F22A141D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172" y="249049"/>
            <a:ext cx="6253654" cy="530390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Grand-Tour-Analysis (GTA) group report for week of 3/18/25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C32A8-874E-C8D8-E2AB-0F9207D4A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02" y="933365"/>
            <a:ext cx="11448393" cy="567558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: the cycling Grand Tours are Tour de France (TDF) , Giro </a:t>
            </a:r>
            <a:r>
              <a:rPr lang="en-US" sz="1600" kern="100" dirty="0" err="1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d'Italia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(GRO), and Vuelta a España (LAV). The modern format of each of these races involves cycling 3000+ km around the respective countries. The races are competed by 20 to 22 teams of 8 to 9 riders each in three weeks of racing with extra two days of rest between the racing days. The daily courses/routes of the race-days are called </a:t>
            </a: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stages. 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Every stage is a timed competition and each day there is an individual winner. On some of the shorter stages, the riders compete for shortest time in what’s called Individual Time Trials </a:t>
            </a: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(ITT).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: one of our two databases is called </a:t>
            </a:r>
            <a:r>
              <a:rPr lang="en-US" sz="1600" kern="100" dirty="0" err="1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grand_tours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which contains all the historic information about the tours. The database (scraped from </a:t>
            </a:r>
            <a:r>
              <a:rPr lang="en-US" sz="1600" u="sng" kern="100" dirty="0">
                <a:solidFill>
                  <a:srgbClr val="467886"/>
                </a:solidFill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https://www.procyclingstats.com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), among other things, contains information about the year, distance, time, winning time, and speed of all competing riders for every stage of each tour.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WEEKLY GOAL:  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get  a baseline model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From stage-distance vs time data, using a linear regression type model to predict </a:t>
            </a: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winning time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From stage-distance vs speed data, use a linear regression type model to predict </a:t>
            </a: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winning speed 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(not shown below).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US" sz="1600" b="1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RESULTS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: we used </a:t>
            </a:r>
            <a:r>
              <a:rPr lang="en-US" sz="1600" kern="100" dirty="0" err="1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sklearn</a:t>
            </a: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to do linear and second-degree polynomials fit (see plots below) with 80/20 train-test divide. We further broke up the training by whether we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include winning times and winning speeds only (only winning times are included so far)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include individual time trials or not, and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normalize the data or not: stage-distances which range from 0 – 400+ km are mapped to ~(-4,4). 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91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5DF407A-85EE-C003-F1D5-8FF442BF3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30" y="228600"/>
            <a:ext cx="4960621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E759B94-E1DE-9BD2-562A-4BCC71D4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50" y="228600"/>
            <a:ext cx="4960620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2C3DD2F-AEC7-03BE-6CC5-7B025D942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29" y="3535018"/>
            <a:ext cx="4960621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8CEFF2D-E66E-C9E7-CB20-3475D49B0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50" y="3535018"/>
            <a:ext cx="4960621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7306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4EB9DD4-A011-4079-5042-A1967D9A2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84" y="228600"/>
            <a:ext cx="4953663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8681DB-378F-D5FB-57E1-2E066F2CB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84" y="3535018"/>
            <a:ext cx="4953663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F20920C-D508-BA90-9454-C0036E99F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3955" y="219765"/>
            <a:ext cx="4953663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0C0B38B-8310-32A0-B5F7-528ACCDE8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955" y="3535018"/>
            <a:ext cx="4953663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07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ACA4BD8-2648-1727-5437-BD11911D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29" y="228600"/>
            <a:ext cx="4960621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2924BF0-3709-A930-962B-9DF4E6D5E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52" y="228600"/>
            <a:ext cx="4960621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0213829-B71F-464A-4673-525DC8C72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29" y="3535016"/>
            <a:ext cx="4960621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6B29A8D-E456-3386-3AA5-980B11087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52" y="3535016"/>
            <a:ext cx="4960621" cy="32004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36942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E1189D-D7E4-E648-5844-3E7AD966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76" y="872359"/>
            <a:ext cx="11304447" cy="56755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Add another feature from the database to do a multi-dimensional regression. Interesting features in the database include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Stage number: we expect the times to be higher and speeds to be lower for later stages because the riders will be tired.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Vertical distance (m): we expect times the times to be higher and speeds to be lower for higher climbs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Average temperature: the times to be higher and speeds to be lower for hotter temperatures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Profile score: a custom regressor used by </a:t>
            </a:r>
            <a:r>
              <a:rPr lang="en-US" sz="1800" kern="100" dirty="0" err="1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procyclingstats</a:t>
            </a: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to rank stages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800" kern="100" dirty="0" err="1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Starlist</a:t>
            </a: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quality (</a:t>
            </a:r>
            <a:r>
              <a:rPr lang="en-US" sz="1800" kern="100" dirty="0" err="1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procyclingstats</a:t>
            </a: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related feature)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Add a predictor model where given (stage length, vertical distance, …) it tries to predict how the race will be decided (solo ride, sprint, …) 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US" sz="1800" kern="100" dirty="0"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about how-won? (look for outliers)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Lo</a:t>
            </a:r>
            <a:r>
              <a:rPr lang="en-US" sz="1800" kern="100" dirty="0">
                <a:latin typeface="Helvetic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ok for riders that competed more that 3-5 times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CCDEDF-C918-71D0-31B6-8547C9F4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173" y="341969"/>
            <a:ext cx="6253654" cy="530390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Future goals for first-half of our data (</a:t>
            </a:r>
            <a:r>
              <a:rPr lang="en-US" sz="2000" dirty="0" err="1"/>
              <a:t>grand_tours.db</a:t>
            </a:r>
            <a:r>
              <a:rPr lang="en-US" sz="2000" dirty="0"/>
              <a:t>) only</a:t>
            </a:r>
          </a:p>
        </p:txBody>
      </p:sp>
    </p:spTree>
    <p:extLst>
      <p:ext uri="{BB962C8B-B14F-4D97-AF65-F5344CB8AC3E}">
        <p14:creationId xmlns:p14="http://schemas.microsoft.com/office/powerpoint/2010/main" val="9046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485</Words>
  <Application>Microsoft Macintosh PowerPoint</Application>
  <PresentationFormat>Widescreen</PresentationFormat>
  <Paragraphs>22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Helvetica</vt:lpstr>
      <vt:lpstr>Symbol</vt:lpstr>
      <vt:lpstr>Office Theme</vt:lpstr>
      <vt:lpstr>Grand-Tour-Analysis (GTA) group report for week of 3/18/25</vt:lpstr>
      <vt:lpstr>PowerPoint Presentation</vt:lpstr>
      <vt:lpstr>PowerPoint Presentation</vt:lpstr>
      <vt:lpstr>PowerPoint Presentation</vt:lpstr>
      <vt:lpstr>Future goals for first-half of our data (grand_tours.db) only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Getachew, Yonas</dc:creator>
  <cp:lastModifiedBy>Getachew, Yonas</cp:lastModifiedBy>
  <cp:revision>22</cp:revision>
  <dcterms:created xsi:type="dcterms:W3CDTF">2025-03-20T15:00:30Z</dcterms:created>
  <dcterms:modified xsi:type="dcterms:W3CDTF">2025-03-21T03:56:22Z</dcterms:modified>
</cp:coreProperties>
</file>